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83" r:id="rId7"/>
    <p:sldId id="286" r:id="rId8"/>
    <p:sldId id="261" r:id="rId9"/>
    <p:sldId id="287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81" r:id="rId27"/>
    <p:sldId id="288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2" y="5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015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A64C5-CF77-1101-03CE-50C41D96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016F5-CFFE-E917-9906-4E78E9EB7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FDE2C2-1259-364A-7566-6EEB81834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8D85A-D436-9B55-62DD-866CD5D55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521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6406-03AA-66D8-791B-F49F1833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69AE1-8F07-4E7C-DEC1-E593C731E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2D641-8E6E-1AA9-BFF8-C11B90D36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AEE86-0A1A-0EE0-1615-955F334A7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98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174C-2564-1CD5-FA51-0131DCA0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292D0-E1AA-A4FC-B1E6-14B021B96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43580-BEB9-B502-F8F0-C8BAC7C35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25984-34E3-DCF0-3072-208DC14DF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62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F828-F9F9-B374-DEB9-9F087DE3C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07117-D6D0-67D7-BA63-F7D2CE26E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14CE1-8D43-1E57-3650-5F8C043B6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5BE77-4B55-7BEB-8F08-13A670302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858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47.117.184.121/v3-admin-vite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组会汇报：系统架构与功能实现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系统架构概览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数据存储与消息队列设计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裂隙检测算法流程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地应力地图展示与交互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部署与系统优化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目前简单实现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系统架构概览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前后端分离架构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架构概述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采用前后端分离，前端Vue3负责交互，后端Spring Boot承载业务逻辑，Kafka、Redis、MySQL协同工作，支持高并发与地理信息展示。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Vue3结合Element Plus构建用户界面，Axios处理HTTP请求，ECharts/Mapbox提供数据可视化与地图功能。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Boot执行业务逻辑，MyBatis进行数据访问，Spring Security保障安全，Kafka与Redis优化性能。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前端技术栈与功能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采用Vue3+Element Plus构建交互界面，Axios处理HTTP请求，ECharts/Mapbox负责数据可视化。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65500" y="2576513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左侧菜单栏动态加载项目列表，右侧内容区展示裂隙检测结果与地应力地图。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用户体验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支持图像上传、算法结果展示及地理信息的动态查询与筛选。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32CC5-B309-404B-7BD3-724822D3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669745-BDF2-7DF8-06D6-E7F018745BD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5CB1277-BE57-2910-8A42-90D6035A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8B3B2E3-8684-E343-058E-792C54DFB469}"/>
              </a:ext>
            </a:extLst>
          </p:cNvPr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Vue3</a:t>
            </a:r>
            <a:endParaRPr lang="en-US" sz="225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36264C0-C7A2-32D6-AAB3-A694D3525D85}"/>
              </a:ext>
            </a:extLst>
          </p:cNvPr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0EAF9DD-1DED-A9FB-D4A8-A04328ED07E9}"/>
              </a:ext>
            </a:extLst>
          </p:cNvPr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6B75FC3-F3A7-7A31-4A8B-E1B52E4BEBF1}"/>
              </a:ext>
            </a:extLst>
          </p:cNvPr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什么是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Vue3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C899CE-7300-9B3B-2B60-F75626595C17}"/>
              </a:ext>
            </a:extLst>
          </p:cNvPr>
          <p:cNvSpPr/>
          <p:nvPr/>
        </p:nvSpPr>
        <p:spPr>
          <a:xfrm>
            <a:off x="571500" y="2576512"/>
            <a:ext cx="2413000" cy="11322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Vue3​​ 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是一个用于构建用户界面（如网页、手机应用界面）的 ​​前端开发框架​​。简单来说，它像是一个“工具箱”，提供了一套规则和工具，帮助开发者更高效地搭建交互性强、动态更新的现代网页应用。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2852AE7-0845-0F3B-57F4-B27C0EDC657D}"/>
              </a:ext>
            </a:extLst>
          </p:cNvPr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0E03C6E-3211-CDF5-D2CF-7014BF3A6088}"/>
              </a:ext>
            </a:extLst>
          </p:cNvPr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为什么选择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Vue3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4CE95C0-E2CD-B13A-0AA6-08FE62AAB29F}"/>
              </a:ext>
            </a:extLst>
          </p:cNvPr>
          <p:cNvSpPr/>
          <p:nvPr/>
        </p:nvSpPr>
        <p:spPr>
          <a:xfrm>
            <a:off x="3365500" y="2576513"/>
            <a:ext cx="2413000" cy="11322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组合式 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API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：允许将同一功能相关的代码（数据、逻辑、界面）集中在一个模块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​​丰富的工具库​​：有官方支持的配套工具，以及海量第三方组件库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EC73BBD-ED9C-62DE-8EAF-38E49F228FB2}"/>
              </a:ext>
            </a:extLst>
          </p:cNvPr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D35D798-F56C-B75C-7238-E3D322D5BD04}"/>
              </a:ext>
            </a:extLst>
          </p:cNvPr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谁在用</a:t>
            </a: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560CFBA-1BCD-2510-435F-C477F776A256}"/>
              </a:ext>
            </a:extLst>
          </p:cNvPr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阿里巴巴、腾讯、字节跳动、百度、京东、快手、美团等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4411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800F1-F30A-9D37-A4AA-7D3826BE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67A22F-A0F4-FDE6-38CF-E28A07BF15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A3C0D32-45F3-353D-B632-453F720088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8052996-FC1F-0FC8-5014-32F3182B04A1}"/>
              </a:ext>
            </a:extLst>
          </p:cNvPr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Vue3</a:t>
            </a:r>
            <a:r>
              <a:rPr lang="zh-CN" alt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界面展示</a:t>
            </a:r>
            <a:endParaRPr lang="en-US" sz="225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62458B0-1064-CCEC-D66A-021664FB3EAA}"/>
              </a:ext>
            </a:extLst>
          </p:cNvPr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F145D0-4AF5-F59F-6D91-1BCC16139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110" y="1524000"/>
            <a:ext cx="6005779" cy="322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后端技术选型与模块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2085975" cy="27574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技术栈选择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Boot为核心框架，MyBatis进行数据持久化，Spring Security保障安全，Kafka与Redis协同处理高并发需求。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1447800"/>
            <a:ext cx="2085975" cy="27574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算法服务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利用Kafka异步调用Python裂隙检测模型，结果存储MySQL，前端通过轮询或WebSocket获取。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1447800"/>
            <a:ext cx="2085975" cy="2757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altLang="zh-CN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调用接口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调用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Python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程序实现关键功能，如裂隙检测、地应力数据展示。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1447800"/>
            <a:ext cx="2085975" cy="27574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权限管理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Security结合JWT实现用户鉴权，确保系统安全性，区分不同用户权限。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CE10-FF88-B301-AC51-688162CB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058348-ECE4-2AF9-0BB7-833A6C52AB1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0074992-9237-03DB-9D63-AD62C6F16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40D520-0EC4-4B44-D483-D8C50A57450D}"/>
              </a:ext>
            </a:extLst>
          </p:cNvPr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25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SpringBoot</a:t>
            </a:r>
            <a:endParaRPr lang="en-US" sz="2250" b="1" dirty="0">
              <a:solidFill>
                <a:srgbClr val="00000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CF43383-7AB1-D1F6-6162-9FE124C4B03B}"/>
              </a:ext>
            </a:extLst>
          </p:cNvPr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C9BCC03-3F78-D51B-18B9-D60987DA6AAA}"/>
              </a:ext>
            </a:extLst>
          </p:cNvPr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E2CA8B4-3E0B-BE1E-3218-AC98B15F6E1C}"/>
              </a:ext>
            </a:extLst>
          </p:cNvPr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什么是</a:t>
            </a: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SpringBoot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2D94D18-646B-1263-A567-643543487AB2}"/>
              </a:ext>
            </a:extLst>
          </p:cNvPr>
          <p:cNvSpPr/>
          <p:nvPr/>
        </p:nvSpPr>
        <p:spPr>
          <a:xfrm>
            <a:off x="571500" y="2576512"/>
            <a:ext cx="2413000" cy="1344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r>
              <a:rPr lang="en-US" altLang="zh-CN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领域的高效开发框架，能快速搭建企业级应用（如电商系统、银行后台）。它通过​​自动化配置​​和​​内置组件​​（如数据库连接、安全模块），让开发者跳过繁琐技术设置，专注于核心功能开发。</a:t>
            </a: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EFB3860-C58A-0324-495B-EC5A6C30ECBF}"/>
              </a:ext>
            </a:extLst>
          </p:cNvPr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6479D08-571A-6880-F287-37F57FD13E72}"/>
              </a:ext>
            </a:extLst>
          </p:cNvPr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为什么选择</a:t>
            </a: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SpringBoot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666B73D-6631-BB82-AC0A-CA925B861B41}"/>
              </a:ext>
            </a:extLst>
          </p:cNvPr>
          <p:cNvSpPr/>
          <p:nvPr/>
        </p:nvSpPr>
        <p:spPr>
          <a:xfrm>
            <a:off x="3365500" y="2576513"/>
            <a:ext cx="2413000" cy="14907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​​智能默认配置：项目开箱即用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微服务支持：拆分大型系统为独立小模块（如订单模块、支付模块），方便团队协作和系统扩展。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企业级可靠性​：内置健康监控系统和各类庞大的生态系统</a:t>
            </a:r>
            <a:endParaRPr lang="en-US" altLang="zh-CN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F9DA65A-9C6D-8488-77C5-1846542F759A}"/>
              </a:ext>
            </a:extLst>
          </p:cNvPr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FBC0B45-9470-59B1-FE0B-5FB8F192E6BF}"/>
              </a:ext>
            </a:extLst>
          </p:cNvPr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谁在用</a:t>
            </a:r>
            <a:r>
              <a:rPr lang="en-US" altLang="zh-CN" sz="1200" b="1" dirty="0" err="1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</a:rPr>
              <a:t>SpringBoot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F3BD44-17EE-68B2-0F08-0FEEB906D77F}"/>
              </a:ext>
            </a:extLst>
          </p:cNvPr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</a:rPr>
              <a:t>华为云、阿里巴巴、京东、美团等</a:t>
            </a:r>
            <a:endParaRPr lang="en-US" sz="1050" dirty="0">
              <a:solidFill>
                <a:srgbClr val="666666"/>
              </a:solidFill>
              <a:latin typeface="Microsoft YaHei" pitchFamily="34" charset="0"/>
              <a:ea typeface="Microsoft YaHei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938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数据存储与消息队列设计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865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2656" r="12656"/>
          <a:stretch/>
        </p:blipFill>
        <p:spPr>
          <a:xfrm>
            <a:off x="0" y="0"/>
            <a:ext cx="9144000" cy="688657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21992" r="21992"/>
          <a:stretch/>
        </p:blipFill>
        <p:spPr>
          <a:xfrm>
            <a:off x="0" y="0"/>
            <a:ext cx="3857625" cy="68865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数据库表结构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57675" y="1162050"/>
            <a:ext cx="2052637" cy="29670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10100" y="1943100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610100" y="2233613"/>
            <a:ext cx="1347788" cy="1504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设计了user、project、algorithm_result、stress_data等关键表，支撑用户管理、项目信息、算法结果及地应力数据存储。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10312" y="1162050"/>
            <a:ext cx="2052637" cy="29670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62738" y="1943100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地应力数据表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62738" y="2233613"/>
            <a:ext cx="1347788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stress_data表包含id、latitude、longitude、stress_value、direction、timestamp字段，精确记录地应力监测点信息。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257675" y="4129088"/>
            <a:ext cx="2052637" cy="25479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0100" y="4910138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算法结果表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610100" y="5200650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algorithm_result表存储裂隙检测算法的执行结果，关联用户与项目，支持快速检索与结果回溯。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310312" y="4129088"/>
            <a:ext cx="2052637" cy="25479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662738" y="4910138"/>
            <a:ext cx="1347788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用户与项目关联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662738" y="5200650"/>
            <a:ext cx="1347788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user与project表通过外键关联，实现用户对项目的归属管理，便于权限控制与数据隔离。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缓存策略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20002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6195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用户会话缓存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8671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利用Redis存储用户会话信息，自动设置TTL确保安全性与效率。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20002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6195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热门项目缓存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8671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缓存访问频率高的项目数据，减少数据库压力，加速响应速度。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20002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6195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地图瓦片索引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8671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存储地图瓦片索引，配合CDN加速，提升地图加载速度与用户体验。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消息队列主题与作用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主题划分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Kafka主题分为image-processing与stress-data-update，分别处理图像处理任务与地应力数据更新，实现业务逻辑解耦。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异步处理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65500" y="224790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通过Kafka异步调用Python裂隙检测模型，支持高并发任务排队，提高系统响应速度与稳定性。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状态同步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59500" y="224790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前端通过轮询或WebSocket从Kafka获取裂隙检测结果，确保数据实时更新，提升用户体验。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裂隙检测算法流程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用户交互流程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上传图像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用户通过前端界面上传待检测图像，触发裂隙检测任务。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接口调用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前端调用Spring Boot接口，传递图像数据及任务参数。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任务处理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后端接收请求，将图像存储至MinIO/S3，并生成唯一任务ID。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消息发布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后端向Kafka的image-processing主题发布任务消息，启动异步处理流程。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315" r="13315"/>
          <a:stretch/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22486" r="22486"/>
          <a:stretch/>
        </p:blipFill>
        <p:spPr>
          <a:xfrm>
            <a:off x="5286375" y="0"/>
            <a:ext cx="3857625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后端处理机制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162050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0225" y="13692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图像存储与任务ID生成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800225" y="16597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接收前端上传的图像，临时存储至MinIO/S3，生成唯一任务ID用于后续跟踪处理进度。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571750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00225" y="27789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异步消息传递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800225" y="30694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通过Kafka消息队列异步发送图像处理请求至image-processing主题，解耦前后端，提高响应速度。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" y="3981450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00225" y="41886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Python模型调用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800225" y="44791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Python服务监听Kafka消息，调用裂隙检测模型进行图像分析，处理结果存入MySQL数据库。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0050" y="5391150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800225" y="5598319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状态更新与通知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800225" y="5888831"/>
            <a:ext cx="25050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更新MySQL中的algorithm_result表状态，前端可通过轮询或WebSocket实时获取处理结果。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结果获取与渲染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前端轮询机制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前端通过轮询或WebSocket实时监听后端处理状态，确保及时更新界面显示。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结果可视化呈现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接收后端返回的裂隙检测结果，动态渲染图像，直观展示裂隙位置与程度。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高效数据传输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利用WebSocket或轮询技术，实现低延迟的数据传输，提升用户体验。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地应力地图展示与交互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数据加载与地图渲染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数据获取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前端通过Axios请求GeoJSON格式的地应力数据，高效加载地图信息。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地图渲染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利用Mapbox Marker API结合GeoJSON动态生成应力箭头，直观展示应力分布。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动态图标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根据应力值调整图标样式，如线段长度和箭头方向，增强视觉效果。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交互功能实现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图标点击反馈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29125" y="1909762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点击应力图标，即时弹窗显示应力值与采集时间，增强用户体验。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691313" y="1333500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691313" y="1662112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应力范围筛选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691313" y="1909762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提供滑块调整应力范围，前端实时更新地图显示，提升数据探索效率。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29125" y="2728913"/>
            <a:ext cx="1881187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29125" y="3057525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时间区间选择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29125" y="3305175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用户自定义时间区间，后端动态SQL查询，精准定位历史应力变化趋势。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动态查询与筛选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应力范围筛选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用户可设定应力值区间，前端通过动态SQL参数化查询，实时更新地图上显示的应力点，提高数据相关性和分析效率。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时间区间选择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提供时间筛选器，允许用户选择特定时间段内的应力数据，后端根据时间戳过滤，确保数据时效性和精确度。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动态SQL构建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1047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后端根据前端传来的筛选条件动态构建SQL查询语句，灵活高效地从数据库中检索符合要求的地应力监测点数据。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即时反馈机制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前端与后端紧密协作，确保筛选操作后快速响应，地图实时刷新，提升用户体验，支持即时数据分析需求。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部署与系统优化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容器化部署方案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Docker打包服务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利用Docker将Spring Boot与Python服务封装，确保环境一致性，简化部署流程。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Nginx反向代理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配置Nginx作为反向代理服务器，高效分发前端静态资源，提升访问速度。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微服务架构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通过容器化部署，实现微服务架构，增强系统的可扩展性和维护性。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性能优化措施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缓存地图瓦片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利用Redis缓存地图瓦片，减少重复加载，加速地图渲染，提高用户体验。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CDN加速资源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通过CDN分发前端资源，降低服务器负载，缩短响应时间，提升访问速度。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Kafka分区优化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增加Kafka主题分区数，配合消费者组，均衡负载，提升消息处理效率和系统吞吐量。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91313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监控与日志分析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91313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Prometheus+Grafana实时监控服务健康，ELK分析日志，快速定位问题，保障系统稳定运行。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监控与日志分析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服务监控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Prometheus收集指标，Grafana可视化展示，实时监控系统健康状况与性能瓶颈。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日志分析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ELK堆栈（Elasticsearch, Logstash, Kibana）收集、解析、搜索日志，快速定位异常。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预警机制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设置阈值触发警报，自动通知运维团队，确保问题及时响应与处理。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基于监控数据与日志反馈，持续调整优化策略，提升系统稳定性和用户体验。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Python混合架构与Kafka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Kafka消息传递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Kafka作为消息中间件，实现Java与Python服务间异步通信，提升系统扩展性与处理效率。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异构服务协同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通过Kafka主题，如image-processing，Python服务消费消息，执行裂隙检测算法，结果反馈至后端。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解耦与高并发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Kafka主题stress-data-update用于地应力数据更新，支持高并发数据写入，保证数据一致性与实时性。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F29D-EC37-C5E2-CAC8-C7D03D7C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F11AD62-E6AF-4999-CD75-B344F7587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BF4B220-9567-57D8-CE42-D2686216B9B1}"/>
              </a:ext>
            </a:extLst>
          </p:cNvPr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zh-CN" altLang="en-US" sz="4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目前简单实现</a:t>
            </a:r>
            <a:endParaRPr lang="en-US" sz="375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CF83990-328E-E8AB-46C8-706413DBD324}"/>
              </a:ext>
            </a:extLst>
          </p:cNvPr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FE3E81-D827-1294-9D78-AAE066ADA60C}"/>
              </a:ext>
            </a:extLst>
          </p:cNvPr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73FC507-507A-E024-D657-2CC30CC9859B}"/>
              </a:ext>
            </a:extLst>
          </p:cNvPr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5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A58FA-62CE-17CC-86D3-7C5E03877BCD}"/>
              </a:ext>
            </a:extLst>
          </p:cNvPr>
          <p:cNvSpPr txBox="1"/>
          <p:nvPr/>
        </p:nvSpPr>
        <p:spPr>
          <a:xfrm>
            <a:off x="571500" y="4467225"/>
            <a:ext cx="540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http://47.117.184.121/v3-admin-vite/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9265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1001</Words>
  <Application>Microsoft Office PowerPoint</Application>
  <PresentationFormat>全屏显示(16:9)</PresentationFormat>
  <Paragraphs>217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可鉴 赵</cp:lastModifiedBy>
  <cp:revision>4</cp:revision>
  <dcterms:created xsi:type="dcterms:W3CDTF">2025-04-28T06:14:55Z</dcterms:created>
  <dcterms:modified xsi:type="dcterms:W3CDTF">2025-04-29T06:25:00Z</dcterms:modified>
</cp:coreProperties>
</file>